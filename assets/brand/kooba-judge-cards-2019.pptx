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6858000" cy="9144000" type="screen4x3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2694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AE058-4FB4-4F19-BE95-9D80115D6F7E}" type="datetimeFigureOut">
              <a:rPr lang="ko-KR" altLang="en-US" smtClean="0"/>
              <a:pPr/>
              <a:t>2019-08-30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81E2D-94B9-42C2-9669-F6554DB25C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2681737" y="3472830"/>
            <a:ext cx="360040" cy="348670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572430" y="251521"/>
            <a:ext cx="2664296" cy="3958802"/>
            <a:chOff x="572430" y="539553"/>
            <a:chExt cx="2664296" cy="3958802"/>
          </a:xfrm>
        </p:grpSpPr>
        <p:pic>
          <p:nvPicPr>
            <p:cNvPr id="4" name="그림 3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TextBox 4"/>
            <p:cNvSpPr txBox="1"/>
            <p:nvPr/>
          </p:nvSpPr>
          <p:spPr>
            <a:xfrm>
              <a:off x="572430" y="539553"/>
              <a:ext cx="2664296" cy="3770263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김  재  구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Kim, Jae-goo</a:t>
              </a:r>
            </a:p>
            <a:p>
              <a:endParaRPr lang="en-US" altLang="ko-KR" sz="5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</a:t>
              </a:r>
            </a:p>
            <a:p>
              <a:pPr algn="ctr"/>
              <a:endParaRPr lang="en-US" altLang="ko-KR" sz="9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9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1402906" y="743701"/>
            <a:ext cx="960026" cy="1087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그림 17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0790" y="3585243"/>
            <a:ext cx="2060848" cy="240337"/>
          </a:xfrm>
          <a:prstGeom prst="rect">
            <a:avLst/>
          </a:prstGeom>
        </p:spPr>
      </p:pic>
      <p:pic>
        <p:nvPicPr>
          <p:cNvPr id="27" name="그림 26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5826339" y="3465262"/>
            <a:ext cx="360040" cy="348670"/>
          </a:xfrm>
          <a:prstGeom prst="rect">
            <a:avLst/>
          </a:prstGeom>
        </p:spPr>
      </p:pic>
      <p:grpSp>
        <p:nvGrpSpPr>
          <p:cNvPr id="28" name="그룹 27"/>
          <p:cNvGrpSpPr/>
          <p:nvPr/>
        </p:nvGrpSpPr>
        <p:grpSpPr>
          <a:xfrm>
            <a:off x="3717032" y="251520"/>
            <a:ext cx="2664296" cy="3958802"/>
            <a:chOff x="572430" y="539553"/>
            <a:chExt cx="2664296" cy="3958802"/>
          </a:xfrm>
        </p:grpSpPr>
        <p:pic>
          <p:nvPicPr>
            <p:cNvPr id="29" name="그림 28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TextBox 29"/>
            <p:cNvSpPr txBox="1"/>
            <p:nvPr/>
          </p:nvSpPr>
          <p:spPr>
            <a:xfrm>
              <a:off x="572430" y="539553"/>
              <a:ext cx="2664296" cy="3770263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성  창  수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Sung, Chang-</a:t>
              </a:r>
              <a:r>
                <a:rPr lang="en-US" altLang="ko-KR" sz="11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soo</a:t>
              </a:r>
              <a:endParaRPr lang="en-US" altLang="ko-KR" sz="11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5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</a:t>
              </a:r>
            </a:p>
            <a:p>
              <a:pPr algn="ctr"/>
              <a:endParaRPr lang="en-US" altLang="ko-KR" sz="9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9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6" cstate="print"/>
          <a:srcRect l="15954" t="11122" r="12765" b="29626"/>
          <a:stretch>
            <a:fillRect/>
          </a:stretch>
        </p:blipFill>
        <p:spPr bwMode="auto">
          <a:xfrm>
            <a:off x="4450495" y="711038"/>
            <a:ext cx="1264831" cy="11067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그림 31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35392" y="3577675"/>
            <a:ext cx="2060848" cy="240337"/>
          </a:xfrm>
          <a:prstGeom prst="rect">
            <a:avLst/>
          </a:prstGeom>
        </p:spPr>
      </p:pic>
      <p:pic>
        <p:nvPicPr>
          <p:cNvPr id="33" name="그림 32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2684322" y="7944616"/>
            <a:ext cx="360040" cy="348670"/>
          </a:xfrm>
          <a:prstGeom prst="rect">
            <a:avLst/>
          </a:prstGeom>
        </p:spPr>
      </p:pic>
      <p:grpSp>
        <p:nvGrpSpPr>
          <p:cNvPr id="34" name="그룹 33"/>
          <p:cNvGrpSpPr/>
          <p:nvPr/>
        </p:nvGrpSpPr>
        <p:grpSpPr>
          <a:xfrm>
            <a:off x="584540" y="4717654"/>
            <a:ext cx="2664296" cy="3958802"/>
            <a:chOff x="572430" y="539553"/>
            <a:chExt cx="2664296" cy="3958802"/>
          </a:xfrm>
        </p:grpSpPr>
        <p:pic>
          <p:nvPicPr>
            <p:cNvPr id="35" name="그림 34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TextBox 35"/>
            <p:cNvSpPr txBox="1"/>
            <p:nvPr/>
          </p:nvSpPr>
          <p:spPr>
            <a:xfrm>
              <a:off x="572430" y="539553"/>
              <a:ext cx="2664296" cy="3770263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신  성  봉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Shin, </a:t>
              </a:r>
              <a:r>
                <a:rPr lang="en-US" altLang="ko-KR" sz="11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Seong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-bong</a:t>
              </a:r>
            </a:p>
            <a:p>
              <a:endParaRPr lang="en-US" altLang="ko-KR" sz="5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</a:t>
              </a:r>
            </a:p>
            <a:p>
              <a:pPr algn="ctr"/>
              <a:endParaRPr lang="en-US" altLang="ko-KR" sz="9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9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7" cstate="print"/>
          <a:srcRect t="10000" b="10000"/>
          <a:stretch>
            <a:fillRect/>
          </a:stretch>
        </p:blipFill>
        <p:spPr bwMode="auto">
          <a:xfrm>
            <a:off x="1493749" y="5149702"/>
            <a:ext cx="810090" cy="11521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그림 37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3375" y="8057029"/>
            <a:ext cx="2060848" cy="240337"/>
          </a:xfrm>
          <a:prstGeom prst="rect">
            <a:avLst/>
          </a:prstGeom>
        </p:spPr>
      </p:pic>
      <p:pic>
        <p:nvPicPr>
          <p:cNvPr id="39" name="그림 38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5826339" y="7956642"/>
            <a:ext cx="360040" cy="348670"/>
          </a:xfrm>
          <a:prstGeom prst="rect">
            <a:avLst/>
          </a:prstGeom>
        </p:spPr>
      </p:pic>
      <p:grpSp>
        <p:nvGrpSpPr>
          <p:cNvPr id="40" name="그룹 39"/>
          <p:cNvGrpSpPr/>
          <p:nvPr/>
        </p:nvGrpSpPr>
        <p:grpSpPr>
          <a:xfrm>
            <a:off x="3717032" y="4717654"/>
            <a:ext cx="2664296" cy="3958802"/>
            <a:chOff x="572430" y="539553"/>
            <a:chExt cx="2664296" cy="3958802"/>
          </a:xfrm>
        </p:grpSpPr>
        <p:pic>
          <p:nvPicPr>
            <p:cNvPr id="41" name="그림 40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TextBox 41"/>
            <p:cNvSpPr txBox="1"/>
            <p:nvPr/>
          </p:nvSpPr>
          <p:spPr>
            <a:xfrm>
              <a:off x="572430" y="539553"/>
              <a:ext cx="2664296" cy="3770263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 재  천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Lee, Jae-</a:t>
              </a:r>
              <a:r>
                <a:rPr lang="en-US" altLang="ko-KR" sz="11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cheon</a:t>
              </a:r>
              <a:endParaRPr lang="en-US" altLang="ko-KR" sz="11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5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9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</a:t>
              </a:r>
            </a:p>
            <a:p>
              <a:pPr algn="ctr"/>
              <a:endParaRPr lang="en-US" altLang="ko-KR" sz="9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9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7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8" cstate="print"/>
          <a:srcRect l="17998" t="27243" r="23507" b="34792"/>
          <a:stretch>
            <a:fillRect/>
          </a:stretch>
        </p:blipFill>
        <p:spPr bwMode="auto">
          <a:xfrm>
            <a:off x="4536015" y="5149702"/>
            <a:ext cx="1008112" cy="11632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그림 43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35392" y="8069055"/>
            <a:ext cx="2060848" cy="240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4140" y="725482"/>
            <a:ext cx="1733132" cy="1087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그림 17" descr="그림3.jpg"/>
          <p:cNvPicPr>
            <a:picLocks noChangeAspect="1"/>
          </p:cNvPicPr>
          <p:nvPr/>
        </p:nvPicPr>
        <p:blipFill>
          <a:blip r:embed="rId3" cstate="print">
            <a:lum bright="11000" contrast="46000"/>
          </a:blip>
          <a:stretch>
            <a:fillRect/>
          </a:stretch>
        </p:blipFill>
        <p:spPr>
          <a:xfrm>
            <a:off x="2585979" y="3698938"/>
            <a:ext cx="360040" cy="348670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476672" y="269450"/>
            <a:ext cx="2664296" cy="4158534"/>
            <a:chOff x="572430" y="539553"/>
            <a:chExt cx="2664296" cy="3958802"/>
          </a:xfrm>
        </p:grpSpPr>
        <p:pic>
          <p:nvPicPr>
            <p:cNvPr id="20" name="그림 19" descr="그림15.png"/>
            <p:cNvPicPr>
              <a:picLocks noChangeAspect="1"/>
            </p:cNvPicPr>
            <p:nvPr/>
          </p:nvPicPr>
          <p:blipFill>
            <a:blip r:embed="rId4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572430" y="539553"/>
              <a:ext cx="2664296" cy="3808925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최  우  혁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4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Choi</a:t>
              </a:r>
              <a:r>
                <a:rPr lang="en-US" altLang="ko-KR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, Woo-</a:t>
              </a:r>
              <a:r>
                <a:rPr lang="en-US" altLang="ko-KR" sz="14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hyeok</a:t>
              </a:r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6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</a:t>
              </a:r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</a:t>
              </a:r>
            </a:p>
            <a:p>
              <a:pPr algn="ctr"/>
              <a:endParaRPr lang="en-US" altLang="ko-KR" sz="1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10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1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5" cstate="print"/>
          <a:srcRect t="12833" b="33270"/>
          <a:stretch>
            <a:fillRect/>
          </a:stretch>
        </p:blipFill>
        <p:spPr bwMode="auto">
          <a:xfrm>
            <a:off x="1239146" y="737358"/>
            <a:ext cx="1136629" cy="10890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그림 22" descr="그림48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5032" y="3811351"/>
            <a:ext cx="2060848" cy="240337"/>
          </a:xfrm>
          <a:prstGeom prst="rect">
            <a:avLst/>
          </a:prstGeom>
        </p:spPr>
      </p:pic>
      <p:pic>
        <p:nvPicPr>
          <p:cNvPr id="30" name="그림 29" descr="그림3.jpg"/>
          <p:cNvPicPr>
            <a:picLocks noChangeAspect="1"/>
          </p:cNvPicPr>
          <p:nvPr/>
        </p:nvPicPr>
        <p:blipFill>
          <a:blip r:embed="rId3" cstate="print">
            <a:lum bright="11000" contrast="46000"/>
          </a:blip>
          <a:stretch>
            <a:fillRect/>
          </a:stretch>
        </p:blipFill>
        <p:spPr>
          <a:xfrm>
            <a:off x="5754331" y="3700576"/>
            <a:ext cx="360040" cy="348670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3645024" y="271087"/>
            <a:ext cx="2664296" cy="4156897"/>
            <a:chOff x="572430" y="539553"/>
            <a:chExt cx="2664296" cy="3958802"/>
          </a:xfrm>
        </p:grpSpPr>
        <p:pic>
          <p:nvPicPr>
            <p:cNvPr id="32" name="그림 31" descr="그림15.png"/>
            <p:cNvPicPr>
              <a:picLocks noChangeAspect="1"/>
            </p:cNvPicPr>
            <p:nvPr/>
          </p:nvPicPr>
          <p:blipFill>
            <a:blip r:embed="rId4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TextBox 32"/>
            <p:cNvSpPr txBox="1"/>
            <p:nvPr/>
          </p:nvSpPr>
          <p:spPr>
            <a:xfrm>
              <a:off x="572430" y="539553"/>
              <a:ext cx="2664296" cy="3810425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오  </a:t>
              </a:r>
              <a:r>
                <a:rPr lang="ko-KR" altLang="en-US" sz="14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택</a:t>
              </a:r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수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Oh, </a:t>
              </a:r>
              <a:r>
                <a:rPr lang="en-US" altLang="ko-KR" sz="14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Taek-soo</a:t>
              </a:r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6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April</a:t>
              </a:r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 15. </a:t>
              </a:r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2012</a:t>
              </a:r>
            </a:p>
            <a:p>
              <a:pPr algn="ctr"/>
              <a:endParaRPr lang="en-US" altLang="ko-KR" sz="1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10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1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35" name="그림 34" descr="그림48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63384" y="3812989"/>
            <a:ext cx="2060848" cy="240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2605537" y="3825026"/>
            <a:ext cx="360040" cy="34867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496230" y="395537"/>
            <a:ext cx="2664296" cy="4176463"/>
            <a:chOff x="572430" y="539553"/>
            <a:chExt cx="2664296" cy="3958802"/>
          </a:xfrm>
        </p:grpSpPr>
        <p:pic>
          <p:nvPicPr>
            <p:cNvPr id="6" name="그림 5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572430" y="539553"/>
              <a:ext cx="2664296" cy="3724096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김  재  구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Kim, Jae-goo</a:t>
              </a:r>
            </a:p>
            <a:p>
              <a:endParaRPr lang="en-US" altLang="ko-KR" sz="6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2016. 05. 15.</a:t>
              </a:r>
            </a:p>
            <a:p>
              <a:pPr algn="ctr"/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May. 15. 2016</a:t>
              </a:r>
            </a:p>
            <a:p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1326706" y="887718"/>
            <a:ext cx="960026" cy="1087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그림 8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4590" y="3937439"/>
            <a:ext cx="2060848" cy="240337"/>
          </a:xfrm>
          <a:prstGeom prst="rect">
            <a:avLst/>
          </a:prstGeom>
        </p:spPr>
      </p:pic>
      <p:pic>
        <p:nvPicPr>
          <p:cNvPr id="10" name="그림 9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5750139" y="3825025"/>
            <a:ext cx="360040" cy="348670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3640832" y="395536"/>
            <a:ext cx="2664296" cy="4176463"/>
            <a:chOff x="572430" y="539553"/>
            <a:chExt cx="2664296" cy="3958802"/>
          </a:xfrm>
        </p:grpSpPr>
        <p:pic>
          <p:nvPicPr>
            <p:cNvPr id="12" name="그림 11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572430" y="539553"/>
              <a:ext cx="2664296" cy="3708708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성  창  수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Sung, Chang-</a:t>
              </a:r>
              <a:r>
                <a:rPr lang="en-US" altLang="ko-KR" sz="11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soo</a:t>
              </a:r>
              <a:endParaRPr lang="en-US" altLang="ko-KR" sz="11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6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2016. 05. 15.</a:t>
              </a:r>
            </a:p>
            <a:p>
              <a:pPr algn="ctr"/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May. 15. 2016</a:t>
              </a:r>
            </a:p>
            <a:p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 l="15954" t="11122" r="12765" b="29626"/>
          <a:stretch>
            <a:fillRect/>
          </a:stretch>
        </p:blipFill>
        <p:spPr bwMode="auto">
          <a:xfrm>
            <a:off x="4374295" y="855055"/>
            <a:ext cx="1264831" cy="11067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그림 14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59192" y="3937438"/>
            <a:ext cx="2060848" cy="240337"/>
          </a:xfrm>
          <a:prstGeom prst="rect">
            <a:avLst/>
          </a:prstGeom>
        </p:spPr>
      </p:pic>
      <p:pic>
        <p:nvPicPr>
          <p:cNvPr id="16" name="그림 15" descr="그림3.jpg"/>
          <p:cNvPicPr>
            <a:picLocks noChangeAspect="1"/>
          </p:cNvPicPr>
          <p:nvPr/>
        </p:nvPicPr>
        <p:blipFill>
          <a:blip r:embed="rId2" cstate="print">
            <a:lum bright="11000" contrast="46000"/>
          </a:blip>
          <a:stretch>
            <a:fillRect/>
          </a:stretch>
        </p:blipFill>
        <p:spPr>
          <a:xfrm>
            <a:off x="2600837" y="8217513"/>
            <a:ext cx="360040" cy="348670"/>
          </a:xfrm>
          <a:prstGeom prst="rect">
            <a:avLst/>
          </a:prstGeom>
        </p:spPr>
      </p:pic>
      <p:grpSp>
        <p:nvGrpSpPr>
          <p:cNvPr id="17" name="그룹 16"/>
          <p:cNvGrpSpPr/>
          <p:nvPr/>
        </p:nvGrpSpPr>
        <p:grpSpPr>
          <a:xfrm>
            <a:off x="491530" y="4788025"/>
            <a:ext cx="2664296" cy="4176464"/>
            <a:chOff x="572430" y="539553"/>
            <a:chExt cx="2664296" cy="3958802"/>
          </a:xfrm>
        </p:grpSpPr>
        <p:pic>
          <p:nvPicPr>
            <p:cNvPr id="18" name="그림 17" descr="그림15.png"/>
            <p:cNvPicPr>
              <a:picLocks noChangeAspect="1"/>
            </p:cNvPicPr>
            <p:nvPr/>
          </p:nvPicPr>
          <p:blipFill>
            <a:blip r:embed="rId3" cstate="print">
              <a:lum bright="52000" contrast="-38000"/>
            </a:blip>
            <a:stretch>
              <a:fillRect/>
            </a:stretch>
          </p:blipFill>
          <p:spPr>
            <a:xfrm>
              <a:off x="764704" y="2411760"/>
              <a:ext cx="2286110" cy="208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TextBox 18"/>
            <p:cNvSpPr txBox="1"/>
            <p:nvPr/>
          </p:nvSpPr>
          <p:spPr>
            <a:xfrm>
              <a:off x="572430" y="539553"/>
              <a:ext cx="2664296" cy="3708708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Official Judge</a:t>
              </a: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endParaRPr lang="en-US" altLang="ko-KR" sz="20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 재  천</a:t>
              </a:r>
              <a:endParaRPr lang="en-US" altLang="ko-KR" sz="14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Lee, Jae-</a:t>
              </a:r>
              <a:r>
                <a:rPr lang="en-US" altLang="ko-KR" sz="1100" b="1" dirty="0" err="1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cheon</a:t>
              </a:r>
              <a:endParaRPr lang="en-US" altLang="ko-KR" sz="11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endParaRPr lang="en-US" altLang="ko-KR" sz="6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just"/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 사람은 대한아웃도어바비큐협회가 인정하는 공식 심판임을 확인합니다</a:t>
              </a:r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7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1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This person is official judge of confirm by KOOBA</a:t>
              </a:r>
            </a:p>
            <a:p>
              <a:endParaRPr lang="en-US" altLang="ko-KR" sz="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2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2016. 05. 15.</a:t>
              </a:r>
            </a:p>
            <a:p>
              <a:pPr algn="ctr"/>
              <a:r>
                <a:rPr lang="en-US" altLang="ko-KR" sz="10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May. 15. 2016</a:t>
              </a:r>
            </a:p>
            <a:p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   </a:t>
              </a:r>
            </a:p>
            <a:p>
              <a:pPr algn="ctr"/>
              <a:r>
                <a:rPr lang="en-US" altLang="ko-KR" sz="800" b="1" dirty="0" smtClean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       </a:t>
              </a:r>
            </a:p>
          </p:txBody>
        </p: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7" cstate="print"/>
          <a:srcRect l="17998" t="27243" r="23507" b="34792"/>
          <a:stretch>
            <a:fillRect/>
          </a:stretch>
        </p:blipFill>
        <p:spPr bwMode="auto">
          <a:xfrm>
            <a:off x="1310513" y="5220073"/>
            <a:ext cx="1008112" cy="11632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그림 20" descr="그림4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9890" y="8329926"/>
            <a:ext cx="2060848" cy="2403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01008" y="6141075"/>
            <a:ext cx="27059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dirty="0" err="1" smtClean="0"/>
              <a:t>상기인들은</a:t>
            </a:r>
            <a:r>
              <a:rPr lang="ko-KR" altLang="en-US" sz="1050" dirty="0" smtClean="0"/>
              <a:t> 사단법인 대한아웃도어바비큐협회 공식 심판임을 증명합니다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/>
          </a:p>
          <a:p>
            <a:pPr algn="ctr"/>
            <a:r>
              <a:rPr lang="en-US" altLang="ko-KR" sz="1050" dirty="0" smtClean="0"/>
              <a:t>2019</a:t>
            </a:r>
            <a:r>
              <a:rPr lang="ko-KR" altLang="en-US" sz="1050" dirty="0" smtClean="0"/>
              <a:t>년 </a:t>
            </a:r>
            <a:r>
              <a:rPr lang="en-US" altLang="ko-KR" sz="1050" dirty="0" smtClean="0"/>
              <a:t>8</a:t>
            </a:r>
            <a:r>
              <a:rPr lang="ko-KR" altLang="en-US" sz="1050" dirty="0" smtClean="0"/>
              <a:t>월 </a:t>
            </a:r>
            <a:r>
              <a:rPr lang="en-US" altLang="ko-KR" sz="1050" dirty="0" smtClean="0"/>
              <a:t>30</a:t>
            </a:r>
            <a:r>
              <a:rPr lang="ko-KR" altLang="en-US" sz="1050" dirty="0" smtClean="0"/>
              <a:t>일</a:t>
            </a:r>
            <a:endParaRPr lang="en-US" altLang="ko-KR" sz="1050" dirty="0" smtClean="0"/>
          </a:p>
          <a:p>
            <a:pPr algn="ctr"/>
            <a:endParaRPr lang="en-US" altLang="ko-KR" sz="1050" dirty="0"/>
          </a:p>
          <a:p>
            <a:pPr algn="ctr"/>
            <a:endParaRPr lang="en-US" altLang="ko-KR" sz="1050" dirty="0" smtClean="0"/>
          </a:p>
          <a:p>
            <a:endParaRPr lang="en-US" altLang="ko-KR" sz="1050" dirty="0"/>
          </a:p>
          <a:p>
            <a:pPr algn="r"/>
            <a:r>
              <a:rPr lang="ko-KR" altLang="en-US" sz="1050" dirty="0" smtClean="0"/>
              <a:t>사단법인 대한아웃도어바비큐협회 회장 </a:t>
            </a:r>
            <a:endParaRPr lang="en-US" altLang="ko-KR" sz="1050" dirty="0" smtClean="0"/>
          </a:p>
          <a:p>
            <a:pPr algn="r"/>
            <a:endParaRPr lang="en-US" altLang="ko-KR" sz="1050" dirty="0"/>
          </a:p>
          <a:p>
            <a:pPr algn="r"/>
            <a:r>
              <a:rPr lang="ko-KR" altLang="en-US" sz="1050" dirty="0" smtClean="0"/>
              <a:t>차  영  기   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인</a:t>
            </a:r>
            <a:r>
              <a:rPr lang="en-US" altLang="ko-KR" sz="1050" dirty="0" smtClean="0"/>
              <a:t>)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224" y="7308304"/>
            <a:ext cx="921119" cy="92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7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337</Words>
  <Application>Microsoft Office PowerPoint</Application>
  <PresentationFormat>화면 슬라이드 쇼(4:3)</PresentationFormat>
  <Paragraphs>165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 young-ki</dc:creator>
  <cp:lastModifiedBy>SHAKA</cp:lastModifiedBy>
  <cp:revision>17</cp:revision>
  <cp:lastPrinted>2019-08-30T03:53:45Z</cp:lastPrinted>
  <dcterms:created xsi:type="dcterms:W3CDTF">2012-04-12T05:16:40Z</dcterms:created>
  <dcterms:modified xsi:type="dcterms:W3CDTF">2019-08-31T01:35:17Z</dcterms:modified>
</cp:coreProperties>
</file>